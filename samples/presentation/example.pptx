
<file path=ppt/presentation.xml><?xml version="1.0"?><p:presentation/>
</file>

<file path=ppt/slides/slide1.xml><?xml version="1.0"?><p:sld><p:cSld><p:spTree><p:sp><p:txBody>
            <a:p><a:r><a:t>Hello, Slide One.</a:t></a:r></a:p>
            </p:txBody></p:sp></p:spTree></p:cSld></p:sld>
</file>

<file path=ppt/slides/slide2.xml><?xml version="1.0"?><p:sld><p:cSld><p:spTree><p:sp><p:txBody>
            <a:p><a:r><a:t>Second slide, sample text.</a:t></a:r></a:p>
            </p:txBody></p:sp></p:spTree></p:cSld></p:sld>
</file>