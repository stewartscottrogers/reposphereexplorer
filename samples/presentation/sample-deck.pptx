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Samples that exercise the plugins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Eighty file types, one fixture each</a:t>
            </a:r>
          </a:p>
          <a:p>
            <a:pPr lvl="0"/>
            <a:r>
              <a:t>Every field a plugin extracts is driven by its fixture</a:t>
            </a:r>
          </a:p>
          <a:p>
            <a:pPr lvl="0"/>
            <a:r>
              <a:t>Work order #271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old set proved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Every fixture was a hello-world</a:t>
            </a:r>
          </a:p>
          <a:p>
            <a:pPr lvl="0"/>
            <a:r>
              <a:t>A 42-byte FLAC, a 17-byte msgpack, an 88-byte AVI</a:t>
            </a:r>
          </a:p>
          <a:p>
            <a:pPr lvl="0"/>
            <a:r>
              <a:t>Nothing long enough to truncate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the new set found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 C file with a struct opened as Rust</a:t>
            </a:r>
          </a:p>
          <a:p>
            <a:pPr lvl="0"/>
            <a:r>
              <a:t>Every Java file opened as Perl</a:t>
            </a:r>
          </a:p>
          <a:p>
            <a:pPr lvl="0"/>
            <a:r>
              <a:t>TypeScript reported no classes, interfaces or functions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is kept</a:t>
            </a:r>
          </a:p>
        </p:txBody>
      </p:sp>
      <p:sp>
        <p:nvSpPr>
          <p:cNvPr id="3" name="Content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A test asserts no empty list and no absent optional</a:t>
            </a:r>
          </a:p>
          <a:p>
            <a:pPr lvl="0"/>
            <a:r>
              <a:t>A fixture cannot quietly go back to proving nothing</a:t>
            </a:r>
          </a:p>
          <a:p>
            <a:pPr lvl="0"/>
            <a:r>
              <a:t>Binary formats are generated, not stubbed</a:t>
            </a:r>
          </a:p>
        </p:txBody>
      </p:sp>
    </p:spTree>
  </p:cSld>
</p:sld>
</file>